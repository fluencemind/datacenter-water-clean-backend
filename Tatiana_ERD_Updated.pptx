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738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468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ERD (for Capstone Approval)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9260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7C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9260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926080" cy="2606040"/>
          </a:xfrm>
          <a:prstGeom prst="rect">
            <a:avLst/>
          </a:prstGeom>
          <a:solidFill>
            <a:srgbClr val="F3F5F7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03120"/>
            <a:ext cx="25968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(PK)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(unique)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0175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7C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01752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WaterSample</a:t>
            </a: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ru-RU" sz="1800" b="1" dirty="0">
              <a:solidFill>
                <a:srgbClr val="FFFFF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(CSV Upload)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1965960"/>
            <a:ext cx="3017520" cy="2606040"/>
          </a:xfrm>
          <a:prstGeom prst="rect">
            <a:avLst/>
          </a:prstGeom>
          <a:solidFill>
            <a:srgbClr val="F3F5F7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36592" y="2103120"/>
            <a:ext cx="268833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(PK)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user_id (FK → User.id)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filename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(e.g., open data)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uploaded_at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(optional)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0" y="1417320"/>
            <a:ext cx="29260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7C2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0" y="1417320"/>
            <a:ext cx="29260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2396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AnalysisResult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0" y="1965960"/>
            <a:ext cx="2926080" cy="2606040"/>
          </a:xfrm>
          <a:prstGeom prst="rect">
            <a:avLst/>
          </a:prstGeom>
          <a:solidFill>
            <a:srgbClr val="F3F5F7"/>
          </a:solidFill>
          <a:ln w="12700">
            <a:solidFill>
              <a:srgbClr val="AEB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51392" y="2103120"/>
            <a:ext cx="259689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(PK)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sample_id (FK → WaterSample.id, unique)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avg_pfas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avg_conductivity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pfas_detected (bool)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recommended_treatment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29584" y="2788920"/>
            <a:ext cx="987552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9584" y="25603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61104" y="25603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43300" y="22860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44384" y="2788920"/>
            <a:ext cx="987552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44384" y="25603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75904" y="25603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58100" y="22860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</Words>
  <Application>Microsoft Macintosh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ADA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Updated ERD</dc:title>
  <dc:subject>Updated ERD</dc:subject>
  <dc:creator>Tatiana Didenko</dc:creator>
  <cp:lastModifiedBy>Tatiana Didenko</cp:lastModifiedBy>
  <cp:revision>2</cp:revision>
  <dcterms:created xsi:type="dcterms:W3CDTF">2026-01-09T19:44:22Z</dcterms:created>
  <dcterms:modified xsi:type="dcterms:W3CDTF">2026-01-09T19:49:22Z</dcterms:modified>
</cp:coreProperties>
</file>