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96488" y="30834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/>
              <a:t>Upload Water Quality 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1735232" y="1234440"/>
            <a:ext cx="6309360" cy="4389120"/>
          </a:xfrm>
          <a:prstGeom prst="rect">
            <a:avLst/>
          </a:prstGeom>
          <a:solidFill>
            <a:srgbClr val="F5F7FA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0"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77116" y="1440712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</a:defRPr>
            </a:pPr>
            <a:r>
              <a:rPr dirty="0"/>
              <a:t>Upload a CSV file with water quality 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0697" y="222858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C3C3C"/>
                </a:solidFill>
              </a:defRPr>
            </a:pPr>
            <a:r>
              <a:rPr dirty="0"/>
              <a:t>File: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2091424"/>
            <a:ext cx="44805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/>
            </a:pPr>
            <a:r>
              <a:t>No file selected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69096"/>
            <a:ext cx="833593" cy="54864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Browse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72377" y="3029216"/>
            <a:ext cx="1737360" cy="64008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823468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rPr dirty="0"/>
              <a:t>Supported: .csv   Example columns: PFAS, Conductivity (plus optional location/date)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097280" y="2057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/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80110"/>
            <a:ext cx="1371600" cy="45720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Upload new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458248" y="888616"/>
            <a:ext cx="1097280" cy="45720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200" b="1"/>
            </a:pPr>
            <a:r>
              <a:rPr dirty="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952138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0"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</a:defRPr>
            </a:pPr>
            <a:r>
              <a:t>Avg PFAS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</a:defRPr>
            </a:pPr>
            <a:r>
              <a:t>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9417" y="1737360"/>
            <a:ext cx="2628369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0"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81590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</a:defRPr>
            </a:pPr>
            <a:r>
              <a:rPr dirty="0"/>
              <a:t>Avg Conductivity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</a:defRPr>
            </a:pPr>
            <a: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737360"/>
            <a:ext cx="2628369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0"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399" y="179451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</a:defRPr>
            </a:pPr>
            <a:r>
              <a:rPr dirty="0"/>
              <a:t>PFAS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511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</a:defRPr>
            </a:pPr>
            <a:r>
              <a:rPr dirty="0"/>
              <a:t>Yes /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C3C3C"/>
                </a:solidFill>
              </a:defRPr>
            </a:pPr>
            <a:r>
              <a:t>Data preview (first rows from CSV)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1" y="3108960"/>
            <a:ext cx="4131812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0"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3262747"/>
            <a:ext cx="3912781" cy="32004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1"/>
            </a:pPr>
            <a:r>
              <a:t>PFAS | Conductivity | (optional) Location | (optional)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566160"/>
            <a:ext cx="3912781" cy="336667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0"/>
            </a:pPr>
            <a:r>
              <a:t>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902827"/>
            <a:ext cx="3912781" cy="349133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0"/>
            </a:pPr>
            <a:r>
              <a:t>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51960"/>
            <a:ext cx="3912781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0"/>
            </a:pPr>
            <a:r>
              <a:t>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3912781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0"/>
            </a:pPr>
            <a:r>
              <a:t>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92040"/>
            <a:ext cx="3912781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0"/>
            </a:pPr>
            <a:r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76021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3C3C3C"/>
                </a:solidFill>
              </a:defRPr>
            </a:pPr>
            <a:r>
              <a:rPr dirty="0"/>
              <a:t>Recommended Treatment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63117" y="3108960"/>
            <a:ext cx="3566160" cy="2377440"/>
          </a:xfrm>
          <a:prstGeom prst="rect">
            <a:avLst/>
          </a:prstGeom>
          <a:solidFill>
            <a:srgbClr val="F5F7FA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0"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29039" y="317582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</a:defRPr>
            </a:pPr>
            <a:r>
              <a:rPr dirty="0"/>
              <a:t>Method: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1" y="3419490"/>
            <a:ext cx="3200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0"/>
            </a:pPr>
            <a:r>
              <a:t>e.g., Ion exchange / GAC / 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9039" y="4023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C3C3C"/>
                </a:solidFill>
              </a:defRPr>
            </a:pPr>
            <a:r>
              <a:rPr dirty="0"/>
              <a:t>Explanation (1–2 sentences):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1" y="4389120"/>
            <a:ext cx="3200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100" b="0"/>
            </a:pPr>
            <a:r>
              <a:t>Short explanation based on the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018599" y="30632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dirty="0"/>
              <a:t>Analysis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9471" y="10515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</a:defRPr>
            </a:pPr>
            <a:r>
              <a:t>Saved analyses (click 'View' to open a result)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46" y="1645920"/>
            <a:ext cx="8304028" cy="4106294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400" b="0"/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7985051" cy="41148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1"/>
            </a:pPr>
            <a:r>
              <a:rPr dirty="0">
                <a:solidFill>
                  <a:schemeClr val="tx1"/>
                </a:solidFill>
              </a:rPr>
              <a:t>Date | File name | Source | PFAS detected |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7985051" cy="465706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/>
            </a:pPr>
            <a:r>
              <a:t>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7872346" y="2286000"/>
            <a:ext cx="822960" cy="27432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000" b="1"/>
            </a:pPr>
            <a:r>
              <a:rPr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7985051" cy="511426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/>
            </a:pPr>
            <a:r>
              <a:t>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897857" y="2807208"/>
            <a:ext cx="822960" cy="27432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000" b="1"/>
            </a:pPr>
            <a:r>
              <a:rPr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54680"/>
            <a:ext cx="7985051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/>
            </a:pPr>
            <a:r>
              <a:t>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7857" y="3310128"/>
            <a:ext cx="822960" cy="27432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000" b="1"/>
            </a:pPr>
            <a:r>
              <a:rPr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03320"/>
            <a:ext cx="7985051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/>
            </a:pPr>
            <a:r>
              <a:t>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7857" y="3794760"/>
            <a:ext cx="822960" cy="27432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000" b="1"/>
            </a:pPr>
            <a:r>
              <a:rPr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7985051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/>
            </a:pPr>
            <a:r>
              <a:t>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7857" y="4352544"/>
            <a:ext cx="822960" cy="27432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000" b="1"/>
            </a:pPr>
            <a:r>
              <a:rPr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09160"/>
            <a:ext cx="7985051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05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l">
              <a:defRPr sz="1200" b="0"/>
            </a:pPr>
            <a:r>
              <a:t>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7857" y="4864608"/>
            <a:ext cx="822960" cy="274320"/>
          </a:xfrm>
          <a:prstGeom prst="rect">
            <a:avLst/>
          </a:prstGeom>
          <a:solidFill>
            <a:srgbClr val="E6E6E6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>
              <a:defRPr sz="1000" b="1"/>
            </a:pPr>
            <a:r>
              <a:rPr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29090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Optional: filter by date or PFAS detected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146</Words>
  <Application>Microsoft Macintosh PowerPoint</Application>
  <PresentationFormat>On-screen Show (4:3)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Tatiana Didenko</cp:lastModifiedBy>
  <cp:revision>2</cp:revision>
  <dcterms:created xsi:type="dcterms:W3CDTF">2013-01-27T09:14:16Z</dcterms:created>
  <dcterms:modified xsi:type="dcterms:W3CDTF">2026-01-09T19:28:49Z</dcterms:modified>
  <cp:category/>
</cp:coreProperties>
</file>